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09015" y="1354455"/>
            <a:ext cx="4064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ym typeface="+mn-ea"/>
              </a:rPr>
              <a:t>Project: AI Resume Screening System</a:t>
            </a:r>
            <a:endParaRPr lang="en-US" altLang="en-US">
              <a:sym typeface="+mn-ea"/>
            </a:endParaRPr>
          </a:p>
          <a:p>
            <a:endParaRPr lang="en-US" altLang="en-US">
              <a:sym typeface="+mn-ea"/>
            </a:endParaRPr>
          </a:p>
          <a:p>
            <a:r>
              <a:rPr lang="en-US" altLang="en-US"/>
              <a:t>Sprint Goals:</a:t>
            </a:r>
            <a:endParaRPr lang="en-US" altLang="en-US"/>
          </a:p>
          <a:p>
            <a:r>
              <a:rPr lang="en-US" altLang="en-US"/>
              <a:t>- Complete resume parser</a:t>
            </a:r>
            <a:endParaRPr lang="en-US" altLang="en-US"/>
          </a:p>
          <a:p>
            <a:r>
              <a:rPr lang="en-US" altLang="en-US"/>
              <a:t>- Build candidate ranking module</a:t>
            </a:r>
            <a:endParaRPr lang="en-US" altLang="en-US"/>
          </a:p>
          <a:p>
            <a:r>
              <a:rPr lang="en-US" altLang="en-US"/>
              <a:t>- Prepare demo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Deadline: Friday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Team Members:</a:t>
            </a:r>
            <a:endParaRPr lang="en-US" altLang="en-US"/>
          </a:p>
          <a:p>
            <a:r>
              <a:rPr lang="en-US" altLang="en-US"/>
              <a:t>Ravi - Backend</a:t>
            </a:r>
            <a:endParaRPr lang="en-US" altLang="en-US"/>
          </a:p>
          <a:p>
            <a:r>
              <a:rPr lang="en-US" altLang="en-US"/>
              <a:t>Meena - Frontend</a:t>
            </a:r>
            <a:endParaRPr lang="en-US" altLang="en-US"/>
          </a:p>
          <a:p>
            <a:r>
              <a:rPr lang="en-US" altLang="en-US"/>
              <a:t>Arun - ML Model</a:t>
            </a:r>
            <a:endParaRPr lang="en-US" alt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103620" y="2938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WPS Presentation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ASUS</cp:lastModifiedBy>
  <cp:revision>3</cp:revision>
  <dcterms:created xsi:type="dcterms:W3CDTF">2025-07-23T00:59:00Z</dcterms:created>
  <dcterms:modified xsi:type="dcterms:W3CDTF">2026-02-14T15:32:59Z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CBF28C5D884D4D489718D5C039084B1F_11</vt:lpwstr>
  </property>
  <property fmtid="{D5CDD505-2E9C-101B-9397-08002B2CF9AE}" pid="3" name="KSOProductBuildVer">
    <vt:lpwstr>1033-12.2.0.23196</vt:lpwstr>
  </property>
</Properties>
</file>